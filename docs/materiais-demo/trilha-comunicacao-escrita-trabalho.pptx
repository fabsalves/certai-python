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Comunicação escrita no trabalho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Programa da trilha — material de referência para professores e tutores.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Sequência — Fundamentos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Leitura crítica de textos</a:t>
            </a:r>
          </a:p>
          <a:p>
            <a:pPr>
              <a:defRPr sz="1600"/>
            </a:pPr>
            <a:r>
              <a:t>Estrutura de um parecer</a:t>
            </a:r>
          </a:p>
          <a:p>
            <a:pPr>
              <a:defRPr sz="1600"/>
            </a:pPr>
            <a:r>
              <a:t>Primeiro rascunho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Sequência — Prática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Revisão em pares</a:t>
            </a:r>
          </a:p>
          <a:p>
            <a:pPr>
              <a:defRPr sz="1600"/>
            </a:pPr>
            <a:r>
              <a:t>Argumentação objetiva</a:t>
            </a:r>
          </a:p>
          <a:p>
            <a:pPr>
              <a:defRPr sz="1600"/>
            </a:pPr>
            <a:r>
              <a:t>Entrega 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Papel de cada 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Designer: publica o conteúdo fixo de cada aula na trilha.</a:t>
            </a:r>
          </a:p>
          <a:p>
            <a:pPr>
              <a:defRPr sz="1600"/>
            </a:pPr>
            <a:r>
              <a:t>Professor: conduz a aula em sala e encerra com relato + material usado.</a:t>
            </a:r>
          </a:p>
          <a:p>
            <a:pPr>
              <a:defRPr sz="1600"/>
            </a:pPr>
            <a:r>
              <a:t>Lira: conversa com cada aluno sobre o que a turma já estudou e extrai evidência de entendimento.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transversais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Separar fato de interpretação antes de opinar sobre intenção.</a:t>
            </a:r>
          </a:p>
          <a:p>
            <a:pPr>
              <a:defRPr sz="1600"/>
            </a:pPr>
            <a:r>
              <a:t>Parecer em três blocos: contexto, análise, recomendação.</a:t>
            </a:r>
          </a:p>
          <a:p>
            <a:pPr>
              <a:defRPr sz="1600"/>
            </a:pPr>
            <a:r>
              <a:t>Rascunho primeiro; revisão focada em clareza para o leitor.</a:t>
            </a:r>
          </a:p>
          <a:p>
            <a:pPr>
              <a:defRPr sz="1600"/>
            </a:pPr>
            <a:r>
              <a:t>Argumentação amarrada a evidência do caso.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Aula 1 em foco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Objetivo: leitura crítica de e-mails e mensagens de trabalho.</a:t>
            </a:r>
          </a:p>
          <a:p>
            <a:pPr>
              <a:defRPr sz="1600"/>
            </a:pPr>
            <a:r>
              <a:t>Pergunta-guia: "Isso está escrito ou estou supondo?"</a:t>
            </a:r>
          </a:p>
          <a:p>
            <a:pPr>
              <a:defRPr sz="1600"/>
            </a:pPr>
            <a:r>
              <a:t>Texto central: "Não vou aprovar isso agora."</a:t>
            </a:r>
          </a:p>
          <a:p>
            <a:pPr>
              <a:defRPr sz="1600"/>
            </a:pPr>
            <a:r>
              <a:t>A Lira conduz aplicação do material liberado — não ensina aulas futuras.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